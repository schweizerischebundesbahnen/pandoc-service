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3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5BA52-DF2B-9CCF-A6D0-B5001A2CBA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/>
              <a:t>Test Content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DDB066-C23D-7844-B760-800F2B1CFB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22762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Test Content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Scheidegger Sebastian (IT-DA-CEN5)</cp:lastModifiedBy>
  <cp:revision>3</cp:revision>
  <dcterms:created xsi:type="dcterms:W3CDTF">2013-01-27T09:14:16Z</dcterms:created>
  <dcterms:modified xsi:type="dcterms:W3CDTF">2026-02-26T12:30:17Z</dcterms:modified>
  <cp:category/>
</cp:coreProperties>
</file>